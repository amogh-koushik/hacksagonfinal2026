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8ba5852e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b8ba5852eb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8ba5852eb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g3b8ba5852eb_1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8ba5852eb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b8ba5852eb_1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ba5852eb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3b8ba5852eb_1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8ba5852eb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g3b8ba5852eb_1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8ba5852e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b8ba5852eb_1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8ba5852eb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b8ba5852eb_1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8ba5852eb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b8ba5852eb_1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8ba5852eb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b8ba5852eb_1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8ba5852eb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b8ba5852eb_1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743189" y="1974850"/>
            <a:ext cx="5657624" cy="769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GB" sz="5000" u="none" cap="none" strike="noStrik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PROJECT NAME</a:t>
            </a:r>
            <a:endParaRPr b="0" i="0" sz="7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308190" y="2908302"/>
            <a:ext cx="4527600" cy="32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GB" sz="2300" u="none" cap="none" strike="noStrike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Team Name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896308" y="702398"/>
            <a:ext cx="3351363" cy="765109"/>
          </a:xfrm>
          <a:custGeom>
            <a:rect b="b" l="l" r="r" t="t"/>
            <a:pathLst>
              <a:path extrusionOk="0" h="1134209" w="5754972">
                <a:moveTo>
                  <a:pt x="0" y="0"/>
                </a:moveTo>
                <a:lnTo>
                  <a:pt x="5754972" y="0"/>
                </a:lnTo>
                <a:lnTo>
                  <a:pt x="5754972" y="1134209"/>
                </a:lnTo>
                <a:lnTo>
                  <a:pt x="0" y="11342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8" name="Google Shape;58;p13"/>
          <p:cNvGrpSpPr/>
          <p:nvPr/>
        </p:nvGrpSpPr>
        <p:grpSpPr>
          <a:xfrm>
            <a:off x="3414623" y="345002"/>
            <a:ext cx="2314755" cy="338696"/>
            <a:chOff x="0" y="0"/>
            <a:chExt cx="6172679" cy="903190"/>
          </a:xfrm>
        </p:grpSpPr>
        <p:sp>
          <p:nvSpPr>
            <p:cNvPr id="59" name="Google Shape;59;p13"/>
            <p:cNvSpPr/>
            <p:nvPr/>
          </p:nvSpPr>
          <p:spPr>
            <a:xfrm>
              <a:off x="0" y="11910"/>
              <a:ext cx="2546514" cy="891280"/>
            </a:xfrm>
            <a:custGeom>
              <a:rect b="b" l="l" r="r" t="t"/>
              <a:pathLst>
                <a:path extrusionOk="0" h="891280" w="2546514">
                  <a:moveTo>
                    <a:pt x="0" y="0"/>
                  </a:moveTo>
                  <a:lnTo>
                    <a:pt x="2546514" y="0"/>
                  </a:lnTo>
                  <a:lnTo>
                    <a:pt x="2546514" y="891280"/>
                  </a:lnTo>
                  <a:lnTo>
                    <a:pt x="0" y="8912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60" name="Google Shape;60;p13"/>
            <p:cNvSpPr/>
            <p:nvPr/>
          </p:nvSpPr>
          <p:spPr>
            <a:xfrm>
              <a:off x="3554995" y="0"/>
              <a:ext cx="2617684" cy="903190"/>
            </a:xfrm>
            <a:custGeom>
              <a:rect b="b" l="l" r="r" t="t"/>
              <a:pathLst>
                <a:path extrusionOk="0" h="903190" w="2617684">
                  <a:moveTo>
                    <a:pt x="0" y="0"/>
                  </a:moveTo>
                  <a:lnTo>
                    <a:pt x="2617684" y="0"/>
                  </a:lnTo>
                  <a:lnTo>
                    <a:pt x="2617684" y="903190"/>
                  </a:lnTo>
                  <a:lnTo>
                    <a:pt x="0" y="9031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3006" l="0" r="0" t="-7134"/>
              </a:stretch>
            </a:blipFill>
            <a:ln>
              <a:noFill/>
            </a:ln>
          </p:spPr>
        </p:sp>
      </p:grpSp>
      <p:sp>
        <p:nvSpPr>
          <p:cNvPr id="61" name="Google Shape;61;p13"/>
          <p:cNvSpPr txBox="1"/>
          <p:nvPr/>
        </p:nvSpPr>
        <p:spPr>
          <a:xfrm>
            <a:off x="1743188" y="3699800"/>
            <a:ext cx="59721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Note:</a:t>
            </a:r>
            <a:r>
              <a:rPr b="0" i="0" lang="en-GB" sz="1400" u="none" cap="none" strike="noStrike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Download the ppt and then modify it. Upload it on the google form attached in the event description, remove this line while submitting.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470424" y="1200502"/>
            <a:ext cx="4203152" cy="847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SELECT SOFTWARE OR SOFTWARE+HARDWARE</a:t>
            </a:r>
            <a:endParaRPr b="0" i="0" sz="7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300289" y="2466975"/>
            <a:ext cx="254342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Add the Theme here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948907" y="1375926"/>
            <a:ext cx="3246185" cy="32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b="0" i="0" sz="7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187899" y="1982560"/>
            <a:ext cx="276820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Add the problem statement here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2978722" y="1375926"/>
            <a:ext cx="3186556" cy="32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PROPOSED SOLUTION</a:t>
            </a:r>
            <a:endParaRPr b="0" i="0" sz="7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611265" y="1982560"/>
            <a:ext cx="192147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Enter your points here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2875452" y="2299716"/>
            <a:ext cx="3393095" cy="32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FLOWCHART/DIAGRAM</a:t>
            </a:r>
            <a:endParaRPr b="0" i="0" sz="7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2875452" y="1455015"/>
            <a:ext cx="3393095" cy="32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FLOWCHART/DIAGRAM</a:t>
            </a:r>
            <a:endParaRPr b="0" i="0" sz="7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4091633" y="1982560"/>
            <a:ext cx="114615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Explainer text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2788539" y="1455015"/>
            <a:ext cx="3566924" cy="32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FEATURES AND NOVELTY</a:t>
            </a:r>
            <a:endParaRPr b="0" i="0" sz="7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2109389" y="1455015"/>
            <a:ext cx="4925222" cy="32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DRAWBACK AND SHOWSTOPPERS</a:t>
            </a:r>
            <a:endParaRPr b="0" i="0" sz="7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3002305" y="1982560"/>
            <a:ext cx="313938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Add drawbacks &amp; showstoppers here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2109389" y="1455015"/>
            <a:ext cx="4925222" cy="32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TEAM NAME</a:t>
            </a:r>
            <a:endParaRPr b="0" i="0" sz="7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3002305" y="1982560"/>
            <a:ext cx="313938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Name of team members &amp; their contact details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" y="322"/>
            <a:ext cx="9142857" cy="5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1916957" y="2104230"/>
            <a:ext cx="5310085" cy="954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1" i="0" lang="en-GB" sz="6200" u="none" cap="none" strike="noStrike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b="0" i="0" sz="7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